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465f319ccd2e458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465f319ccd2e458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h465f319ccd2e458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h465f319ccd2e458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465f319ccd2e458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465f319ccd2e458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h465f319ccd2e458e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h465f319ccd2e458e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h465f319ccd2e458e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h465f319ccd2e458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465f319ccd2e458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h465f319ccd2e458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Superstore Sales Analytics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End-to-End Data Analytics Project (Python + Power BI) | [Tumhara naam] | Week 6 Final Project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Statement and Dataset 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18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Which categories, regions and segments drive sales and profit?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Where are discounts and pricing hurting profit?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Dataset: Sample Superstore, 9,994 rows, 21 columns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Tools: Python, Google Colab, Power BI, Git and GitHub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Cleaning 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Checked missing values and duplicates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Fixed data types (dates, postal code)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Standardized text, renamed Sub-Category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Added Order Year, Order Month, Profit Margin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Removed unnecessary Row ID column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Exploratory Data Analysis 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20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Sales vs Profit correlation: 0.48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Discount vs Profit correlation: -0.22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Outliers: 11.7% in Sales, 18.8% in Profit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Loss-making: Tables (-17,725), Bookcases (-3,473), Supplies (-1,189)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7" title="3_profit_by_subcatego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6" y="1793775"/>
            <a:ext cx="4104421" cy="308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7" title="1_sales_by_categor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5113" y="881250"/>
            <a:ext cx="4205274" cy="241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 title="2_monthly_sales_tren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088" y="3293775"/>
            <a:ext cx="4323301" cy="2213749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/>
        </p:nvSpPr>
        <p:spPr>
          <a:xfrm>
            <a:off x="410075" y="244300"/>
            <a:ext cx="4711500" cy="5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2"/>
                </a:solidFill>
              </a:rPr>
              <a:t>Key Visualizations </a:t>
            </a:r>
            <a:endParaRPr b="1"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Power BI Dashboard 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4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8" title="Screenshot 2026-10-25 2155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52475"/>
            <a:ext cx="8751648" cy="383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Insights and Recommendations 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21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Sales 2.30M, Profit 286.40K, Margin 12.47%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West is best, Central is weakest in profit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Recommendation 1: Cap discounts, especially on Tables and Bookcases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Recommendation 2: Improve pricing in Central region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Recommendation 3: Push Copiers and Phones, grow Home Office segment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